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SMART TRANSIT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</a:defRPr>
            </a:pPr>
            <a:r>
              <a:t>Real-Time Tracking  |  Seamless Booking  |  Smart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840480"/>
            <a:ext cx="1828800" cy="457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Minor Project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Aslam Jan V P   •   Malavika P V   •   Pranav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Existing Solutions &amp; Their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</a:defRPr>
            </a:pPr>
            <a:r>
              <a:t>Apps like KSRTC and RedBus exist, but they have major gaps: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Fragmented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Booking and tracking are in completely separate apps.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Platform Lock-in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KSRTC and private buses require different platforms.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336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Blind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No real-time visual seat map showing live availability.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02920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Operator Blindspot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754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No unified admin UI for operators to manage fleet &amp;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BBF24"/>
                </a:solidFill>
              </a:defRPr>
            </a:pPr>
            <a:r>
              <a:t>The Smart Transit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Track + Book + Manage = All in one unified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✓ Interactive Live Map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✓ Instant Digital QR Tickets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✓ Visual Real-Time Seat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457200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486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✓ Comprehensive Admin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943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59436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92240" y="192024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0" y="19202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9202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8745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Smart Transit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Interactive Map 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474720"/>
            <a:ext cx="502920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[ Live Leaflet.js Map with Moving Markers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Expected Outputs &amp;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9436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9436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73736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73736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Seat Selection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Real-Time Booking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2926080"/>
            <a:ext cx="10972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1097280" cy="5486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65760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1097280" cy="5486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6000" y="4389120"/>
            <a:ext cx="1097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2004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1371600"/>
            <a:ext cx="3200400" cy="365760"/>
          </a:xfrm>
          <a:prstGeom prst="round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63840" y="1463040"/>
            <a:ext cx="137160" cy="13716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0" y="1463040"/>
            <a:ext cx="137160" cy="13716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0" y="14630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Digital Ticket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22860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QR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City 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Seat: 12A • ₹500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92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Scannable Digital Ticket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Frontend</a:t>
            </a:r>
            <a:br/>
            <a:r>
              <a:t>React.js + Leaflet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UI &amp; Map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3200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</a:defRPr>
            </a:pPr>
            <a:r>
              <a:t>Backend API</a:t>
            </a:r>
            <a:br/>
            <a:r>
              <a:t>Node.js +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20040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2004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Database</a:t>
            </a:r>
            <a:br/>
            <a:r>
              <a:t>MongoDB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931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Data Persistence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</a:defRPr>
            </a:pPr>
            <a:r>
              <a:t>======</a:t>
            </a:r>
            <a:br/>
            <a:r>
              <a:t>Socket.io</a:t>
            </a:r>
            <a:br/>
            <a:r>
              <a:t>======&gt;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91840"/>
            <a:ext cx="45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</a:defRPr>
            </a:pPr>
            <a:r>
              <a:t>======</a:t>
            </a:r>
            <a:br/>
            <a:r>
              <a:t>Mongoose</a:t>
            </a:r>
            <a:br/>
            <a:r>
              <a:t>======&gt;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Innovation: Real-Time WebSockets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62895" cy="3200400"/>
          </a:xfrm>
          <a:prstGeom prst="roundRect">
            <a:avLst/>
          </a:prstGeom>
          <a:solidFill>
            <a:srgbClr val="141923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8BDF8"/>
                </a:solidFill>
              </a:defRPr>
            </a:pPr>
            <a:r>
              <a:t>// Server dynamically simulates movement &amp; pushes to ALL clients</a:t>
            </a:r>
            <a:br/>
            <a:r>
              <a:t>setInterval(async () =&gt; {</a:t>
            </a:r>
            <a:br/>
            <a:r>
              <a:t>    const buses = await Bus.find({});</a:t>
            </a:r>
            <a:br/>
            <a:r>
              <a:t>    for (let bus of buses) {</a:t>
            </a:r>
            <a:br/>
            <a:r>
              <a:t>        bus.lat += (Math.random() - 0.5) * 0.002;</a:t>
            </a:r>
            <a:br/>
            <a:r>
              <a:t>        bus.lng += (Math.random() - 0.5) * 0.002;</a:t>
            </a:r>
            <a:br/>
            <a:r>
              <a:t>        await bus.save();</a:t>
            </a:r>
            <a:br/>
            <a:r>
              <a:t>    }</a:t>
            </a:r>
            <a:br/>
            <a:r>
              <a:t>    io.emit('bus_locations_updated', buses);  // Instant Push!</a:t>
            </a:r>
            <a:br/>
            <a:r>
              <a:t>}, 3000);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10362895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Why this matters: Users never have to refresh the page. The map and seats update automatically the millisecond a change happens.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🚀 Phase 1: HW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Replace simulation with real IoT GPS trackers on buses.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🚀 Phase 2: Timetables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Add local bus arrival/departure schedules.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🚀 Phase 3: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51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Integrate UPI &amp; Razorpay for instant in-app checkout.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🚀 Phase 4: Mobile 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349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Release a dedicated React Native Android/iOS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-1828800"/>
            <a:ext cx="6400800" cy="64008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</a:defRPr>
            </a:pPr>
            <a:r>
              <a:t>Questions &amp; 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github.com/Pumpkaboo123/bus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