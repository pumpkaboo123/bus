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2E8F0"/>
                </a:solidFill>
              </a:defRPr>
            </a:pPr>
            <a:r>
              <a:t>Smart Transit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Real-Time Bus Tracking &amp; Booking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4023360"/>
            <a:ext cx="182880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Minor Project  |  2026  |  github.com/Pumpkaboo123/bus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0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2E8F0"/>
                </a:solidFill>
              </a:defRPr>
            </a:pPr>
            <a:r>
              <a:t>Existing Solutions &amp; Their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You can book buses using apps like KSRTC and RedBus, but they have some limitations: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X   You CANNOT book tickets and track buses in the same app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X   You CANNOT book KSRTC and private buses from one platform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X   No real-time seat availability with a visual seat map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X   No unified admin panel for operators to manage fleet +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Our Solution: Smart Transit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t>One app that combines EVERYTHING: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774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Live bus tracking on an interactive map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Seat booking with real-time availability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QR code ticket generation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Admin panel to manage buses + users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Works for ALL buses - government &amp; private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</a:defRPr>
            </a:pPr>
            <a:r>
              <a:t>Track + Book + Manage = All in one place!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572000" cy="182880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React.js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</a:defRPr>
            </a:pPr>
            <a:r>
              <a:t>Builds the user interface -</a:t>
            </a:r>
            <a:br/>
            <a:r>
              <a:t>buttons, pages,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572000" cy="182880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Node.js +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</a:defRPr>
            </a:pPr>
            <a:r>
              <a:t>The "brain" - handles login,</a:t>
            </a:r>
            <a:br/>
            <a:r>
              <a:t>booking, and tracking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4572000" cy="182880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</a:defRPr>
            </a:pPr>
            <a:r>
              <a:t>The "memory" - stores</a:t>
            </a:r>
            <a:br/>
            <a:r>
              <a:t>users, buses, bookings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931920"/>
            <a:ext cx="4572000" cy="182880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206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Socket.io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846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</a:defRPr>
            </a:pPr>
            <a:r>
              <a:t>Live updates - sends bus</a:t>
            </a:r>
            <a:br/>
            <a:r>
              <a:t>positions every 3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5544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Step 1:  User opens the website &amp; logs in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Step 2:  They see bus cards in a sidebar + a live map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Step 3:  Click "TRACK" -&gt; map follows the bus in real-time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Step 4:  Click "BOOK NOW" -&gt; pick seats on a color-coded grid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Step 5:  Confirm booking -&gt; get a ticket with a QR code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Step 6:  Print the ticket or show it on your phone!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Seat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</a:defRPr>
            </a:pPr>
            <a:r>
              <a:t>Users pick seats from a color-coded grid: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286000"/>
            <a:ext cx="1005840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0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286000"/>
            <a:ext cx="1005840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1005840" cy="1005840"/>
          </a:xfrm>
          <a:prstGeom prst="roundRect">
            <a:avLst/>
          </a:prstGeom>
          <a:solidFill>
            <a:srgbClr val="28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Aisle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286000"/>
            <a:ext cx="1005840" cy="10058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Selected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286000"/>
            <a:ext cx="1005840" cy="100584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Booked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</a:defRPr>
            </a:pPr>
            <a:r>
              <a:t>Green = Available     Blue = Your Pick     Grey = Taken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Seats update in real-time - if someone else books, it changes instantly!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Database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4572000" cy="4114800"/>
          </a:xfrm>
          <a:prstGeom prst="round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</a:defRPr>
            </a:pPr>
            <a:r>
              <a:t>Users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4688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username - login name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password - secret key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email - contact info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isAdmin - true/false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bookings - list of tickets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572000" cy="4114800"/>
          </a:xfrm>
          <a:prstGeom prst="round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</a:defRPr>
            </a:pPr>
            <a:r>
              <a:t>Buses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busId - unique ID (auto)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name - e.g. City Express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origin / destination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lat, lng - GPS position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-&gt;  seats - 2D grid (1=empty, 2=booked)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Live Tracking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772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55448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F3FC"/>
                </a:solidFill>
              </a:defRPr>
            </a:pPr>
            <a:r>
              <a:t>setInterval(async () =&gt; {</a:t>
            </a:r>
            <a:br/>
            <a:r>
              <a:t>    const buses = await Bus.find({});</a:t>
            </a:r>
            <a:br/>
            <a:r>
              <a:t>    for (let bus of buses) {</a:t>
            </a:r>
            <a:br/>
            <a:r>
              <a:t>        bus.lat += (Math.random() - 0.5) * 0.002;</a:t>
            </a:r>
            <a:br/>
            <a:r>
              <a:t>        bus.lng += (Math.random() - 0.5) * 0.002;</a:t>
            </a:r>
            <a:br/>
            <a:r>
              <a:t>        await bus.save();</a:t>
            </a:r>
            <a:br/>
            <a:r>
              <a:t>    }</a:t>
            </a:r>
            <a:br/>
            <a:r>
              <a:t>    // Tell ALL users about new positions</a:t>
            </a:r>
            <a:br/>
            <a:r>
              <a:t>    io.emit('bus_locations_updated', buses);</a:t>
            </a:r>
            <a:br/>
            <a:r>
              <a:t>}, 3000);  // Runs every 3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Every 3 seconds, buses move and ALL connected users see the update!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Login System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772400" cy="411480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55448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F3FC"/>
                </a:solidFill>
              </a:defRPr>
            </a:pPr>
            <a:r>
              <a:t>socket.on('login', async (data) =&gt; {</a:t>
            </a:r>
            <a:br/>
            <a:r>
              <a:t>    const user = await User.findOne({</a:t>
            </a:r>
            <a:br/>
            <a:r>
              <a:t>        username: data.username,</a:t>
            </a:r>
            <a:br/>
            <a:r>
              <a:t>        password: data.password</a:t>
            </a:r>
            <a:br/>
            <a:r>
              <a:t>    });</a:t>
            </a:r>
            <a:br/>
            <a:br/>
            <a:r>
              <a:t>    if (user) {</a:t>
            </a:r>
            <a:br/>
            <a:r>
              <a:t>        socket.emit('auth_success', user);   // Welcome!</a:t>
            </a:r>
            <a:br/>
            <a:r>
              <a:t>    } else {</a:t>
            </a:r>
            <a:br/>
            <a:r>
              <a:t>        socket.emit('auth_error', 'Wrong!'); // Try again</a:t>
            </a:r>
            <a:br/>
            <a:r>
              <a:t>    }</a:t>
            </a:r>
            <a:br/>
            <a: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Server checks username + password in MongoDB, sends success or error!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572000" cy="1828800"/>
          </a:xfrm>
          <a:prstGeom prst="round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Live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</a:defRPr>
            </a:pPr>
            <a:r>
              <a:t>Buses move in real-time</a:t>
            </a:r>
            <a:br/>
            <a:r>
              <a:t>using Leaflet.js maps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572000" cy="1828800"/>
          </a:xfrm>
          <a:prstGeom prst="round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QR Tickets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</a:defRPr>
            </a:pPr>
            <a:r>
              <a:t>Every booking generates</a:t>
            </a:r>
            <a:br/>
            <a:r>
              <a:t>a scannable QR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4572000" cy="1828800"/>
          </a:xfrm>
          <a:prstGeom prst="round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Dark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</a:defRPr>
            </a:pPr>
            <a:r>
              <a:t>Full dark theme -</a:t>
            </a:r>
            <a:br/>
            <a:r>
              <a:t>even the map goes dark!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931920"/>
            <a:ext cx="4572000" cy="1828800"/>
          </a:xfrm>
          <a:prstGeom prst="round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206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Admin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846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</a:defRPr>
            </a:pPr>
            <a:r>
              <a:t>Add/edit/delete buses</a:t>
            </a:r>
            <a:br/>
            <a:r>
              <a:t>&amp; manage user accounts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UI Design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5544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Glassmorphism - frosted glass panels with blur effects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Animated Gradients - login background shifts colors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Outfit Font - modern geometric typeface (Google Fonts)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Hover Animations - cards lift and glow on mouse hover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Floating Admin Button - fixed in the bottom-right corner</a:t>
            </a:r>
          </a:p>
          <a:p>
            <a:pPr>
              <a:spcAft>
                <a:spcPts val="600"/>
              </a:spcAft>
              <a:defRPr sz="2100" b="0">
                <a:solidFill>
                  <a:srgbClr val="E2E8F0"/>
                </a:solidFill>
              </a:defRPr>
            </a:pPr>
            <a:r>
              <a:t>-&gt;  Dual Theme - full light &amp; dark mode across all components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5544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Real GPS data from actual buses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Local bus timetables - scheduled arrival/departure times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Online payment (UPI / Razorpay)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Mobile app (React Native)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Push notifications for bus arrivals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Password encryption (bcrypt)</a:t>
            </a:r>
          </a:p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</a:defRPr>
            </a:pPr>
            <a:r>
              <a:t>-&gt;  Admin analytics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2E8F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</a:defRPr>
            </a:pPr>
            <a:r>
              <a:t>Any 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4206240"/>
            <a:ext cx="182880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github.com/Pumpkaboo123/bus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